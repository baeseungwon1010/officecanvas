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분기별 판매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1F9E89"/>
            </a:solidFill>
          </c:spPr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98A2B3"/>
            </a:solidFill>
          </c:spPr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20</c:v>
                </c:pt>
                <c:pt idx="3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dPt>
            <c:idx val="1"/>
            <c:spPr>
              <a:solidFill>
                <a:srgbClr val="C00000"/>
              </a:solidFill>
            </c:spPr>
          </c:dPt>
          <c:cat>
            <c:strRef>
              <c:f>Sheet1!$A$2:$A$4</c:f>
              <c:strCache>
                <c:ptCount val="3"/>
                <c:pt idx="0">
                  <c:v>가</c:v>
                </c:pt>
                <c:pt idx="1">
                  <c:v>나</c:v>
                </c:pt>
                <c:pt idx="2">
                  <c:v>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</c:v>
                </c:pt>
                <c:pt idx="1">
                  <c:v>q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