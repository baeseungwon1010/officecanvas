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tif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defRPr sz="2800"/>
              <a:buAutoNum type="arabicPeriod"/>
            </a:pPr>
            <a:r>
              <a:t>First</a:t>
            </a:r>
          </a:p>
          <a:p>
            <a:pPr marL="457200" indent="-457200">
              <a:defRPr sz="2800"/>
              <a:buAutoNum type="arabicPeriod"/>
            </a:pPr>
            <a:r>
              <a:t>Second</a:t>
            </a:r>
          </a:p>
          <a:p>
            <a:pPr marL="457200" indent="-457200">
              <a:defRPr sz="2800"/>
              <a:buAutoNum type="arabicPeriod"/>
            </a:pPr>
            <a:r>
              <a:t>Third</a:t>
            </a:r>
          </a:p>
          <a:p>
            <a:pPr>
              <a:defRPr sz="2800"/>
            </a:pPr>
            <a:r>
              <a:t>Plain line</a:t>
            </a:r>
          </a:p>
          <a:p>
            <a:pPr marL="457200" indent="-457200">
              <a:defRPr sz="2800"/>
              <a:buAutoNum type="alphaLcPeriod"/>
            </a:pPr>
            <a:r>
              <a:t>Alpha one</a:t>
            </a:r>
          </a:p>
          <a:p>
            <a:pPr marL="457200" indent="-457200">
              <a:defRPr sz="2800"/>
              <a:buAutoNum type="alphaLcPeriod"/>
            </a:pPr>
            <a:r>
              <a:t>Alpha two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457200" y="3657600"/>
            <a:ext cx="1828800" cy="2286000"/>
          </a:xfrm>
          <a:custGeom>
            <a:avLst/>
            <a:gdLst/>
            <a:ahLst/>
            <a:cxnLst/>
            <a:rect l="l" t="t" r="r" b="b"/>
            <a:pathLst>
              <a:path w="1828800" h="2286000">
                <a:moveTo>
                  <a:pt x="0" y="0"/>
                </a:moveTo>
                <a:lnTo>
                  <a:pt x="1828800" y="0"/>
                </a:lnTo>
                <a:lnTo>
                  <a:pt x="914400" y="2286000"/>
                </a:ln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457200" y="731520"/>
            <a:ext cx="1828800" cy="1828800"/>
          </a:xfrm>
          <a:prstGeom prst="triangl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60320" y="731520"/>
            <a:ext cx="1828800" cy="1828800"/>
          </a:xfrm>
          <a:prstGeom prst="diamond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4663440" y="731520"/>
            <a:ext cx="1828800" cy="1828800"/>
          </a:xfrm>
          <a:prstGeom prst="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6766559" y="731520"/>
            <a:ext cx="1828800" cy="1828800"/>
          </a:xfrm>
          <a:prstGeom prst="star5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3840480" cy="36576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scaled="0"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0" y="1371600"/>
            <a:ext cx="3840480" cy="3657600"/>
          </a:xfrm>
          <a:prstGeom prst="rect">
            <a:avLst/>
          </a:prstGeom>
          <a:gradFill rotWithShape="1">
            <a:gsLst>
              <a:gs pos="0">
                <a:srgbClr val="00A000"/>
              </a:gs>
              <a:gs pos="100000">
                <a:srgbClr val="FFFF00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457200" y="457200"/>
            <a:ext cx="2743200" cy="2743200"/>
          </a:xfrm>
          <a:prstGeom prst="rect">
            <a:avLst/>
          </a:prstGeom>
        </p:spPr>
      </p:pic>
      <p:pic>
        <p:nvPicPr>
          <p:cNvPr id="3" name="Picture 2" descr="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57200"/>
            <a:ext cx="27432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E=mc</a:t>
            </a:r>
            <a:r>
              <a:rPr sz="3200" baseline="30000"/>
              <a:t>2</a:t>
            </a:r>
            <a:r>
              <a:rPr sz="3200"/>
              <a:t> H</a:t>
            </a:r>
            <a:r>
              <a:rPr sz="3200" baseline="-25000"/>
              <a:t>2</a:t>
            </a:r>
            <a:r>
              <a:rPr sz="3200"/>
              <a:t>O</a:t>
            </a:r>
          </a:p>
          <a:p>
            <a:r>
              <a:rPr sz="2400">
                <a:latin typeface="Courier New"/>
              </a:rPr>
              <a:t>mono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808080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3840480" cy="3657600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50000">
                <a:srgbClr val="FFFFFF"/>
              </a:gs>
              <a:gs pos="100000">
                <a:srgbClr val="0000FF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0" y="1371600"/>
            <a:ext cx="3840480" cy="3657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