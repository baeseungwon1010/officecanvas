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A5BA0"/>
                </a:solidFill>
              </a:defRPr>
            </a:pPr>
            <a:r>
              <a:t>OfficeCanvas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222222"/>
                </a:solidFill>
              </a:defRPr>
            </a:pPr>
            <a:r>
              <a:t>샘플 발표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</a:defRPr>
            </a:pPr>
            <a:r>
              <a:t>PPTX · PPT · HWPX rendering on Android Canvas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오늘 다룰 것 3가지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109728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03A2E"/>
                </a:solidFill>
              </a:defRPr>
            </a:pPr>
            <a:r>
              <a:t>01 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</a:defRPr>
            </a:pPr>
            <a:r>
              <a:t>슬라이드와 문서를 그림으로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109728"/>
          </a:xfrm>
          <a:prstGeom prst="rect">
            <a:avLst/>
          </a:prstGeom>
          <a:solidFill>
            <a:srgbClr val="3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A5BA0"/>
                </a:solidFill>
              </a:defRPr>
            </a:pPr>
            <a:r>
              <a:t>02  서식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</a:defRPr>
            </a:pPr>
            <a:r>
              <a:t>글꼴, 색, 글머리 기호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291840" cy="10972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7D4F"/>
                </a:solidFill>
              </a:defRPr>
            </a:pPr>
            <a:r>
              <a:t>03  그림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</a:defRPr>
            </a:pPr>
            <a:r>
              <a:t>JPEG, PNG, EMF, WMF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형식별 지원 범위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형식</a:t>
                      </a:r>
                    </a:p>
                  </a:txBody>
                  <a:tcPr>
                    <a:solidFill>
                      <a:srgbClr val="3A5B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구조</a:t>
                      </a:r>
                    </a:p>
                  </a:txBody>
                  <a:tcPr>
                    <a:solidFill>
                      <a:srgbClr val="3A5B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3A5B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zip + XML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테마·레이아웃 상속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PPT</a:t>
                      </a:r>
                    </a:p>
                  </a:txBody>
                  <a:tcPr>
                    <a:solidFill>
                      <a:srgbClr val="EEEC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OLE2 바이너리</a:t>
                      </a:r>
                    </a:p>
                  </a:txBody>
                  <a:tcPr>
                    <a:solidFill>
                      <a:srgbClr val="EEEC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마스터·자동 번호</a:t>
                      </a:r>
                    </a:p>
                  </a:txBody>
                  <a:tcPr>
                    <a:solidFill>
                      <a:srgbClr val="EEEC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HWPX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zip + XML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저장된 줄 위치 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그림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A8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DDE4F2"/>
                </a:solidFill>
              </a:defRPr>
            </a:pPr>
            <a:r>
              <a:t>github.com/baeseungwon1010/officecanvas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