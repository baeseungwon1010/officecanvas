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0E0"/>
        </a:solid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on1.sv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3657600" cy="18288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14400" y="914400"/>
            <a:ext cx="2743200" cy="1828800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572000" y="3657600"/>
            <a:ext cx="3657600" cy="0"/>
          </a:xfrm>
          <a:prstGeom prst="line">
            <a:avLst/>
          </a:prstGeom>
          <a:ln w="38100">
            <a:solidFill>
              <a:srgbClr val="0000C0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4320" y="1828800"/>
            <a:ext cx="2011680" cy="2011680"/>
          </a:xfrm>
          <a:prstGeom prst="rightArrow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2468879" y="1828800"/>
            <a:ext cx="2011680" cy="2011680"/>
          </a:xfrm>
          <a:prstGeom prst="chevron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4663440" y="1828800"/>
            <a:ext cx="2011680" cy="2011680"/>
          </a:xfrm>
          <a:prstGeom prst="star5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7999" y="1828800"/>
            <a:ext cx="2011680" cy="2011680"/>
          </a:xfrm>
          <a:prstGeom prst="round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t>Alpha</a:t>
            </a:r>
          </a:p>
          <a:p>
            <a:pPr marL="342900" indent="-342900">
              <a:buAutoNum type="arabicPeriod"/>
            </a:pPr>
            <a:r>
              <a:t>Beta</a:t>
            </a:r>
          </a:p>
          <a:p>
            <a:pPr marL="342900" indent="-342900">
              <a:buAutoNum type="arabicPeriod"/>
            </a:pPr>
            <a:r>
              <a:t>Gamma</a:t>
            </a:r>
          </a:p>
          <a:p>
            <a:pPr marL="342900" indent="-342900">
              <a:buChar char="•"/>
            </a:pPr>
            <a:r>
              <a:t>Note</a:t>
            </a:r>
          </a:p>
          <a:p>
            <a:pPr marL="342900" indent="-342900">
              <a:buAutoNum type="arabicPeriod"/>
            </a:pPr>
            <a:r>
              <a:t>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E=mc</a:t>
            </a:r>
            <a:r>
              <a:rPr baseline="30000"/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line is much longer than its box and does not wrap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43200"/>
            <a:ext cx="3657600" cy="914400"/>
          </a:xfrm>
          <a:prstGeom prst="rect">
            <a:avLst/>
          </a:prstGeom>
          <a:noFill/>
        </p:spPr>
        <p:txBody>
          <a:bodyPr wrap="none">
            <a:normAutofit fontScale="50000" lnSpcReduction="10000"/>
          </a:bodyPr>
          <a:lstStyle/>
          <a:p>
            <a:r>
              <a:rPr sz="4000"/>
              <a:t>Shrunk to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fld id="{B6F15528-21DE-4FAA-801E-634DDDAF4B2B}" type="slidenum"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mc:AlternateContent xmlns:mc="http://schemas.openxmlformats.org/markup-compatibility/2006">
        <mc:Choice Requires="a14"/>
        <mc:Fallback>
          <p:pic>
            <p:nvPicPr>
              <p:cNvPr id="4" name="Picture 3" descr="imag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00800" y="914400"/>
                <a:ext cx="1828800" cy="1828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r>
                        <a:t>r0c0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r0c1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4114800"/>
          <a:ext cx="3657600" cy="18288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one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two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three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below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0" dist="1524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FFFFFF"/>
                </a:solidFill>
                <a:highlight>
                  <a:srgbClr val="FFC000"/>
                </a:highlight>
              </a:rPr>
              <a:t>highlighted</a:t>
            </a:r>
            <a:r>
              <a:rPr sz="4000">
                <a:solidFill>
                  <a:srgbClr val="FFFFFF"/>
                </a:solidFill>
                <a:effectLst>
                  <a:outerShdw blurRad="0" dist="50800" dir="2700000" rotWithShape="0">
                    <a:srgbClr val="000000"/>
                  </a:outerShdw>
                </a:effectLst>
              </a:rPr>
              <a:t> shadowed</a:t>
            </a:r>
          </a:p>
        </p:txBody>
      </p:sp>
      <p:grpSp>
        <p:nvGrpSpPr>
          <p:cNvPr id="5" name="Group 4"/>
          <p:cNvGrpSpPr/>
          <p:nvPr/>
        </p:nvGrpSpPr>
        <p:grpSpPr>
          <a:xfrm rot="5400000" flipH="1">
            <a:off x="5486400" y="4114800"/>
            <a:ext cx="1371600" cy="914400"/>
            <a:chOff x="5486400" y="4114800"/>
            <a:chExt cx="1371600" cy="914400"/>
          </a:xfrm>
          <a:solidFill>
            <a:srgbClr val="C00000"/>
          </a:solidFill>
        </p:grpSpPr>
        <p:sp>
          <p:nvSpPr>
            <p:cNvPr id="6" name="Rectangle 5"/>
            <p:cNvSpPr/>
            <p:nvPr/>
          </p:nvSpPr>
          <p:spPr>
            <a:xfrm>
              <a:off x="5486400" y="4114800"/>
              <a:ext cx="9144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6400800" y="4572000"/>
              <a:ext cx="457200" cy="457200"/>
            </a:xfrm>
            <a:prstGeom prst="ellipse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8" name="Rectangle 7"/>
          <p:cNvSpPr/>
          <p:nvPr/>
        </p:nvSpPr>
        <p:spPr>
          <a:xfrm>
            <a:off x="7680960" y="4023360"/>
            <a:ext cx="1097280" cy="1097280"/>
          </a:xfrm>
          <a:prstGeom prst="rect">
            <a:avLst/>
          </a:prstGeom>
          <a:solidFill>
            <a:srgbClr val="FFFFFF"/>
          </a:solidFill>
          <a:ln>
            <a:noFill/>
          </a:ln>
          <a:scene3d>
            <a:camera prst="orthographicFront">
              <a:rot lat="0" lon="3600000" rev="0"/>
            </a:camera>
            <a:lightRig rig="threePt" dir="t"/>
          </a:scene3d>
          <a:sp3d extrusionH="548640">
            <a:extrusionClr>
              <a:srgbClr val="0000C0"/>
            </a:extrusionClr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Hidden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