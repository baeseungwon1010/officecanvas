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con1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8F0E0"/>
        </a:solidFill>
        <a:effectLst/>
      </p:bgPr>
    </p:bg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con1.svg"/><Relationship Id="rId5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36576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3657600" cy="1828800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Inherited title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14400" y="914400"/>
            <a:ext cx="2743200" cy="1828800"/>
          </a:xfrm>
          <a:prstGeom prst="bentConnector3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4572000" y="3657600"/>
            <a:ext cx="3657600" cy="0"/>
          </a:xfrm>
          <a:prstGeom prst="line">
            <a:avLst/>
          </a:prstGeom>
          <a:ln w="38100">
            <a:solidFill>
              <a:srgbClr val="0000C0"/>
            </a:solidFill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ight Arrow 1"/>
          <p:cNvSpPr/>
          <p:nvPr/>
        </p:nvSpPr>
        <p:spPr>
          <a:xfrm>
            <a:off x="274320" y="1828800"/>
            <a:ext cx="2011680" cy="2011680"/>
          </a:xfrm>
          <a:prstGeom prst="rightArrow">
            <a:avLst/>
          </a:prstGeom>
          <a:solidFill>
            <a:srgbClr val="208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Chevron 2"/>
          <p:cNvSpPr/>
          <p:nvPr/>
        </p:nvSpPr>
        <p:spPr>
          <a:xfrm>
            <a:off x="2468879" y="1828800"/>
            <a:ext cx="2011680" cy="2011680"/>
          </a:xfrm>
          <a:prstGeom prst="chevron">
            <a:avLst/>
          </a:prstGeom>
          <a:solidFill>
            <a:srgbClr val="208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5-Point Star 3"/>
          <p:cNvSpPr/>
          <p:nvPr/>
        </p:nvSpPr>
        <p:spPr>
          <a:xfrm>
            <a:off x="4663440" y="1828800"/>
            <a:ext cx="2011680" cy="2011680"/>
          </a:xfrm>
          <a:prstGeom prst="star5">
            <a:avLst/>
          </a:prstGeom>
          <a:solidFill>
            <a:srgbClr val="208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857999" y="1828800"/>
            <a:ext cx="2011680" cy="2011680"/>
          </a:xfrm>
          <a:prstGeom prst="roundRect">
            <a:avLst/>
          </a:prstGeom>
          <a:solidFill>
            <a:srgbClr val="208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342900" indent="-342900">
              <a:buAutoNum type="arabicPeriod"/>
            </a:pPr>
            <a:r>
              <a:t>Alpha</a:t>
            </a:r>
          </a:p>
          <a:p>
            <a:pPr marL="342900" indent="-342900">
              <a:buAutoNum type="arabicPeriod"/>
            </a:pPr>
            <a:r>
              <a:t>Beta</a:t>
            </a:r>
          </a:p>
          <a:p>
            <a:pPr marL="342900" indent="-342900">
              <a:buAutoNum type="arabicPeriod"/>
            </a:pPr>
            <a:r>
              <a:t>Gamma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4572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E=mc</a:t>
            </a:r>
            <a:r>
              <a:rPr baseline="30000"/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line is much longer than its box and does not wrap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3657600" cy="914400"/>
          </a:xfrm>
          <a:prstGeom prst="rect">
            <a:avLst/>
          </a:prstGeom>
          <a:noFill/>
        </p:spPr>
        <p:txBody>
          <a:bodyPr wrap="none">
            <a:normAutofit fontScale="50000" lnSpcReduction="10000"/>
          </a:bodyPr>
          <a:lstStyle/>
          <a:p>
            <a:r>
              <a:rPr sz="4000"/>
              <a:t>Shrunk to half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fld id="{B6F15528-21DE-4FAA-801E-634DDDAF4B2B}" type="slidenum"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rcRect l="50000"/>
          <a:stretch>
            <a:fillRect/>
          </a:stretch>
        </p:blipFill>
        <p:spPr>
          <a:xfrm>
            <a:off x="457200" y="914400"/>
            <a:ext cx="1828800" cy="1828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ns0:svgBlip xmlns:ns0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57600" y="914400"/>
            <a:ext cx="1828800" cy="1828800"/>
          </a:xfrm>
          <a:prstGeom prst="rect">
            <a:avLst/>
          </a:prstGeom>
        </p:spPr>
      </p:pic>
      <mc:AlternateContent xmlns:mc="http://schemas.openxmlformats.org/markup-compatibility/2006">
        <mc:Choice Requires="a14"/>
        <mc:Fallback>
          <p:pic>
            <p:nvPicPr>
              <p:cNvPr id="4" name="Picture 3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400800" y="914400"/>
                <a:ext cx="1828800" cy="1828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9144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914400">
                <a:tc>
                  <a:txBody>
                    <a:bodyPr/>
                    <a:lstStyle/>
                    <a:p>
                      <a:r>
                        <a:t>r0c0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r0c1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r1c0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r1c1</a:t>
                      </a:r>
                    </a:p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>
                      <a:r>
                        <a:t>r2c0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r2c1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4114800"/>
          <a:ext cx="3657600" cy="182880"/>
        </p:xfrm>
        <a:graphic>
          <a:graphicData uri="http://schemas.openxmlformats.org/drawingml/2006/table">
            <a:tbl>
              <a:tblPr/>
              <a:tblGrid>
                <a:gridCol w="3657600"/>
              </a:tblGrid>
              <a:tr h="914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one</a:t>
                      </a:r>
                    </a:p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two</a:t>
                      </a:r>
                    </a:p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three</a:t>
                      </a:r>
                    </a:p>
                  </a:txBody>
                  <a:tcPr/>
                </a:tc>
              </a:tr>
              <a:tr h="91440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000000"/>
                          </a:solidFill>
                        </a:rPr>
                        <a:t>below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14400" y="9144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0" dist="152400" dir="2700000" rotWithShape="0">
              <a:srgbClr val="000000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0" y="914400"/>
            <a:ext cx="2743200" cy="1828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>
                <a:solidFill>
                  <a:srgbClr val="FFFFFF"/>
                </a:solidFill>
                <a:highlight>
                  <a:srgbClr val="FFC000"/>
                </a:highlight>
              </a:rPr>
              <a:t>highlighted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Hidden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